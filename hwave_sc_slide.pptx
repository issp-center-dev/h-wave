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H-wave に超伝導解析機能を実装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線形化 Eliashberg 方程式による超伝導転移温度・ギャップ対称性の解析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46920" y="411480"/>
            <a:ext cx="219456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 w="15875">
            <a:solidFill>
              <a:srgbClr val="39C0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4114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SCES 2026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2026年9月・富山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ポスター発表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 develop と main(旧 master)の違い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5349240" cy="1170432"/>
          </a:xfrm>
          <a:prstGeom prst="rect">
            <a:avLst/>
          </a:prstGeom>
          <a:solidFill>
            <a:srgbClr val="1B3050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148840"/>
            <a:ext cx="82296" cy="1170432"/>
          </a:xfrm>
          <a:prstGeom prst="rect">
            <a:avLst/>
          </a:prstGeom>
          <a:solidFill>
            <a:srgbClr val="9DB4D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221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main</a:t>
            </a:r>
            <a:pPr indent="0" marL="0">
              <a:buNone/>
            </a:pPr>
            <a:r>
              <a:rPr lang="en-US" sz="1050" dirty="0">
                <a:solidFill>
                  <a:srgbClr val="9DB4D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 （安定版 / 公開リリース）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256032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リリース済みの UHF / RPA 機能を提供する安定ブランチ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ユーザーが pip install で使う公式バージョン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5349240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3474720"/>
            <a:ext cx="82296" cy="141732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5478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develop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 （開発版 / 最新機能）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3904488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main より 171 コミット先行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超伝導解析(sc.py / flex.py)はここに搭載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SCES デモはこの develop 版で実施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 実装した超伝導解析機能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55080" y="2148840"/>
            <a:ext cx="5486400" cy="585216"/>
          </a:xfrm>
          <a:prstGeom prst="rect">
            <a:avLst/>
          </a:prstGeom>
          <a:solidFill>
            <a:srgbClr val="152C4D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3952" y="22585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73952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67728" y="216712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39C0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新 CLI: hwave_sc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線形化 Eliashberg ソルバを追加（sc.py, 2,476 行）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2807208"/>
            <a:ext cx="5486400" cy="585216"/>
          </a:xfrm>
          <a:prstGeom prst="rect">
            <a:avLst/>
          </a:prstGeom>
          <a:solidFill>
            <a:srgbClr val="152C4D"/>
          </a:solidFill>
          <a:ln/>
        </p:spPr>
      </p:sp>
      <p:sp>
        <p:nvSpPr>
          <p:cNvPr id="22" name="Shape 20"/>
          <p:cNvSpPr/>
          <p:nvPr/>
        </p:nvSpPr>
        <p:spPr>
          <a:xfrm>
            <a:off x="6473952" y="291693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67728" y="28254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39C0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FLEX 近似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ゆらぎ交換でくりこんだ有効相互作用（flex.py）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3465576"/>
            <a:ext cx="5486400" cy="585216"/>
          </a:xfrm>
          <a:prstGeom prst="rect">
            <a:avLst/>
          </a:prstGeom>
          <a:solidFill>
            <a:srgbClr val="152C4D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3952" y="35753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67728" y="348386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39C0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RPA ラダー拡張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感受率 χ₀q→χq、多軌道・スピン軌道に対応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55080" y="4123944"/>
            <a:ext cx="5486400" cy="585216"/>
          </a:xfrm>
          <a:prstGeom prst="rect">
            <a:avLst/>
          </a:prstGeom>
          <a:solidFill>
            <a:srgbClr val="152C4D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3952" y="42336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67728" y="41422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39C0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出力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固有値・ギャップ関数(パリティ別)、転移温度の解析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0" y="5257800"/>
            <a:ext cx="12188952" cy="1600200"/>
          </a:xfrm>
          <a:prstGeom prst="rect">
            <a:avLst/>
          </a:prstGeom>
          <a:solidFill>
            <a:srgbClr val="0A1A38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5257800"/>
            <a:ext cx="12188952" cy="4572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54223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70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③ 2026 年 9 月 SCES（強相関電子系国際会議, 富山）にて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02920" y="582472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9C0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デモ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実材料で超伝導感受率〜Eliashberg を実演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343400" y="582472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9C0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発表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H-wave の新機能として本機能をポスター発表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83880" y="582472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9C0B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公開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デモ後に develop → main へマージし正式リリース予定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H-wave 超伝導解析機能</dc:title>
  <dc:subject>PptxGenJS Presentation</dc:subject>
  <dc:creator>H-wave / ISSP</dc:creator>
  <cp:lastModifiedBy>H-wave / ISSP</cp:lastModifiedBy>
  <cp:revision>1</cp:revision>
  <dcterms:created xsi:type="dcterms:W3CDTF">2026-06-30T05:54:37Z</dcterms:created>
  <dcterms:modified xsi:type="dcterms:W3CDTF">2026-06-30T05:54:37Z</dcterms:modified>
</cp:coreProperties>
</file>